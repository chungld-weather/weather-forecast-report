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E302B-C85C-C1C7-F383-A297830D0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728EF-C52F-5DBE-2F68-BBC6732CD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DE4C7-378E-C9BF-FD63-014EE95E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17CAF-5C81-3B37-122E-16452E58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DFA88-A43A-7E87-880C-6CBF371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6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31A6-F7E3-5816-D10F-F36C6539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5F224-1FBC-E5AB-6ECD-F5A1E2D32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7897D-1971-C15F-A994-FA323DF8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7A745-10CE-A111-BFE1-C2D408957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9738F-C618-9314-E441-DCEFA7F1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9846-C03F-8302-CF02-7F80F928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F0D8C-C0A5-1925-35CC-58C78C838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763F-7187-4ABE-0F7E-5F781A33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4DA5-7BAA-21CC-CF11-546C1FF0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F23B-9367-A447-7434-6E617257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A865-7745-27B0-7815-816753F4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4118-38F4-DF23-AEA3-D13D37CCA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20FB-4573-22C6-CB4C-A26243F18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D6B94-40DF-72D8-77A2-FE740084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8ED5-6F79-1453-5D14-ABE2C1AAA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01E7-47B4-419E-6967-2E8C7C2F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4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4DA7-6AFF-859E-FFE7-BABD65BF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A7388-C808-5E13-CDBE-DE331185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F701A-FF25-1BB4-0A44-9FD7A970F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CE7C5-B1B3-E6CA-F7B1-E9ED478B9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9B2D95-323C-4A67-98D7-F4AB5A926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E4FF1-4C54-04E3-A550-46AA170C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5702D2-62A9-4C76-BD8C-7818CA35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AD08EA-AECE-E623-200E-F70224FD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1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12589-EF37-CF0C-7595-C5A97F3F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43FC9-5A28-3AA7-2C68-FEC9EA9D5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8AF5E-FC8C-520C-0682-256CEE56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287FC-B07F-9236-529D-6C59A849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0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7F7E4-135D-5712-3D77-78D6D519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24CED-65E2-F5FE-0D79-1EDB7D82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8DEE8-137D-AA16-4BE9-ACAD8391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13A63-1F91-0B31-E503-8D40921A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BA09-8115-DA73-FAEC-49748EB3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6B3A4-8E12-3A5C-5417-9EFF4A47A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DE5A5-1152-0C0A-D04D-72BE5B08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C4AB4-3698-95F2-90B2-7DE871C3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FECD6-7141-4FD9-EEAF-55F54EBB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6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E5173-5FE0-CA2A-E2B2-4EABF6F9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B4047F-E8D1-CC59-6E5B-4567C1CEC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91344-A916-5A2E-3707-625B7B58C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821E8-E53A-F647-6564-3F6D3EA1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BB35B-675B-3C9B-6FDA-0B68FB7E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030D1-AD46-31C1-598E-6369B13A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2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C93D1-D4CC-2449-75EF-35E8B817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645B9-6058-4109-085F-60A23907F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8B2A-EF1F-AAD8-10A0-081BA40D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6C3B-A84C-631D-016E-73012482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27255-1B74-7411-524C-C9988324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6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72B21-887A-4D3E-C90D-71611822BF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D8A37-1DDF-2D0B-5855-5C8FFE795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641D-8758-97C5-C3BA-A8703D6C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28CC-68DE-1EBB-6700-3932B240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CB259-CBD1-68A9-8209-B19A1A363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2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44263-8943-10F0-3849-1C6AD6C7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C1AC-4923-7B03-0406-F2A9965A4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CF39-DA1B-4E14-D8C4-379633C66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7EAD6A-5140-4BF4-853A-F7A6E854574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DC3D-BE54-F85B-1EE5-39A386588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0B6C6-EE5E-F57C-5E8D-0F2B462CA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0F7F1-FA17-454A-8D5C-EBA2F0309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031E-AB29-D656-4D1A-3996DA51F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A5316-CEDD-977E-59E6-2D3790F4D7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74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E6A82F-B473-7C85-B084-95D7EEBBE502}"/>
              </a:ext>
            </a:extLst>
          </p:cNvPr>
          <p:cNvSpPr/>
          <p:nvPr/>
        </p:nvSpPr>
        <p:spPr>
          <a:xfrm>
            <a:off x="148106" y="785331"/>
            <a:ext cx="5769735" cy="3499163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Precipitation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C2352-9DF8-309C-1B28-3CFBC9EC4A19}"/>
              </a:ext>
            </a:extLst>
          </p:cNvPr>
          <p:cNvSpPr txBox="1"/>
          <p:nvPr/>
        </p:nvSpPr>
        <p:spPr>
          <a:xfrm>
            <a:off x="6065948" y="404057"/>
            <a:ext cx="3191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Rong Doi Platform - Block 11.2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3BA66D-9EDA-BCD7-7254-EB16DB0456A1}"/>
              </a:ext>
            </a:extLst>
          </p:cNvPr>
          <p:cNvSpPr/>
          <p:nvPr/>
        </p:nvSpPr>
        <p:spPr>
          <a:xfrm>
            <a:off x="6093854" y="3429000"/>
            <a:ext cx="5769735" cy="878983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Current Weather Condition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46AACC-99DB-7A43-FE10-1DC90C228E27}"/>
              </a:ext>
            </a:extLst>
          </p:cNvPr>
          <p:cNvSpPr/>
          <p:nvPr/>
        </p:nvSpPr>
        <p:spPr>
          <a:xfrm>
            <a:off x="148106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C9AA9F-8FD1-C46E-65E7-AD2FE0DFE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855" y="785332"/>
            <a:ext cx="5769735" cy="24923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9FE7DE-F390-3A0F-A336-7D7CA17DB7AF}"/>
              </a:ext>
            </a:extLst>
          </p:cNvPr>
          <p:cNvSpPr txBox="1"/>
          <p:nvPr/>
        </p:nvSpPr>
        <p:spPr>
          <a:xfrm>
            <a:off x="148106" y="200558"/>
            <a:ext cx="3810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effectLst/>
                <a:latin typeface="Source Sans"/>
              </a:rPr>
              <a:t>Weather Reporter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9AC7F0-BBC4-7E3B-B418-1AB8E3FEE39E}"/>
              </a:ext>
            </a:extLst>
          </p:cNvPr>
          <p:cNvSpPr/>
          <p:nvPr/>
        </p:nvSpPr>
        <p:spPr>
          <a:xfrm>
            <a:off x="6093854" y="4459310"/>
            <a:ext cx="5769735" cy="878983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Temperature &amp; Humidity chart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DD710D-B4B8-966C-2521-735140EA31CC}"/>
              </a:ext>
            </a:extLst>
          </p:cNvPr>
          <p:cNvSpPr/>
          <p:nvPr/>
        </p:nvSpPr>
        <p:spPr>
          <a:xfrm>
            <a:off x="6093853" y="5498137"/>
            <a:ext cx="5769735" cy="878983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Wind Speed &amp; Gust chart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F52CE2-0997-764F-1EA5-4A4AD84CE877}"/>
              </a:ext>
            </a:extLst>
          </p:cNvPr>
          <p:cNvSpPr/>
          <p:nvPr/>
        </p:nvSpPr>
        <p:spPr>
          <a:xfrm>
            <a:off x="987383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991874-CAD7-991F-9CBC-E093A918EC37}"/>
              </a:ext>
            </a:extLst>
          </p:cNvPr>
          <p:cNvSpPr/>
          <p:nvPr/>
        </p:nvSpPr>
        <p:spPr>
          <a:xfrm>
            <a:off x="1826658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A07772-FC30-95B6-98F6-1EF536C5A419}"/>
              </a:ext>
            </a:extLst>
          </p:cNvPr>
          <p:cNvSpPr/>
          <p:nvPr/>
        </p:nvSpPr>
        <p:spPr>
          <a:xfrm>
            <a:off x="2659492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B1697F-1C79-5CEA-C8C5-6D237A1DCE55}"/>
              </a:ext>
            </a:extLst>
          </p:cNvPr>
          <p:cNvSpPr/>
          <p:nvPr/>
        </p:nvSpPr>
        <p:spPr>
          <a:xfrm>
            <a:off x="3485884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673741-F74F-6ECC-86C5-9036ACB5275F}"/>
              </a:ext>
            </a:extLst>
          </p:cNvPr>
          <p:cNvSpPr/>
          <p:nvPr/>
        </p:nvSpPr>
        <p:spPr>
          <a:xfrm>
            <a:off x="4305837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4D74A8-E786-9743-8881-E51EBD2F4F22}"/>
              </a:ext>
            </a:extLst>
          </p:cNvPr>
          <p:cNvSpPr/>
          <p:nvPr/>
        </p:nvSpPr>
        <p:spPr>
          <a:xfrm>
            <a:off x="5145114" y="4399270"/>
            <a:ext cx="740539" cy="984092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Daily Forecast Max – Temp. – Min Temp.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6DBE38A-2335-C43F-DD8A-2846E84C97FC}"/>
              </a:ext>
            </a:extLst>
          </p:cNvPr>
          <p:cNvSpPr/>
          <p:nvPr/>
        </p:nvSpPr>
        <p:spPr>
          <a:xfrm>
            <a:off x="10652974" y="6457615"/>
            <a:ext cx="1210614" cy="32197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Detail &gt;&gt;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0DA2997-ED90-B867-4688-A2F2688A63EC}"/>
              </a:ext>
            </a:extLst>
          </p:cNvPr>
          <p:cNvSpPr/>
          <p:nvPr/>
        </p:nvSpPr>
        <p:spPr>
          <a:xfrm>
            <a:off x="148106" y="5498137"/>
            <a:ext cx="5737547" cy="878983"/>
          </a:xfrm>
          <a:prstGeom prst="roundRect">
            <a:avLst>
              <a:gd name="adj" fmla="val 53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Rain &amp; </a:t>
            </a:r>
            <a:r>
              <a:rPr lang="en-US" b="1" dirty="0" err="1"/>
              <a:t>PoP</a:t>
            </a:r>
            <a:r>
              <a:rPr lang="en-US" b="1" dirty="0"/>
              <a:t> chart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F7FA8E-5438-F578-DD3D-2D0F3DAD9D84}"/>
              </a:ext>
            </a:extLst>
          </p:cNvPr>
          <p:cNvSpPr txBox="1"/>
          <p:nvPr/>
        </p:nvSpPr>
        <p:spPr>
          <a:xfrm>
            <a:off x="5816385" y="4714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FFD338-D277-E30D-CD9D-C0FFE534248F}"/>
              </a:ext>
            </a:extLst>
          </p:cNvPr>
          <p:cNvSpPr txBox="1"/>
          <p:nvPr/>
        </p:nvSpPr>
        <p:spPr>
          <a:xfrm>
            <a:off x="-77849" y="47141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5757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100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Source Sans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Tung TT</dc:creator>
  <cp:lastModifiedBy>Tung TT</cp:lastModifiedBy>
  <cp:revision>1</cp:revision>
  <dcterms:created xsi:type="dcterms:W3CDTF">2026-03-22T08:52:02Z</dcterms:created>
  <dcterms:modified xsi:type="dcterms:W3CDTF">2026-03-22T09:28:47Z</dcterms:modified>
</cp:coreProperties>
</file>